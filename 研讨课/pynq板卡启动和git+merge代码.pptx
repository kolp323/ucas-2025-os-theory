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DBDE5-4A86-4DDD-8C52-CCD3EADE6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3A219F-E17C-4B35-9749-6A201B771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529C39-7C0B-43E9-AF42-F6A1D778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A9E6E4-E5F4-4A6F-B191-D0A73417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2AA428-D310-4CC8-979C-1B1FF294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69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F7014-00D7-4815-9FAB-51956A7E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AC8132-93AE-4E2A-92F9-C0D29A790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78EFF-42B9-4DC1-BA93-292A9587E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825170-37ED-40E4-AA61-422405B5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294CC-DB59-4660-ACC3-DC00BDA9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80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4DC5B-EB48-47F9-B4BC-214C5985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080A5F-4A20-4F79-BDD1-DC39174AE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C3A89B-D849-463A-B624-3C24E6D9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35D019-E3B9-4E5A-A8AA-729C2525B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87B31C-BF3A-4539-AA82-8B704AC6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753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3137D-2289-4173-8BCB-DAC04470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C725C-1625-4F6A-B811-70C32A026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4D7813-0AC8-4E10-A485-00DC402C4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DCFA31-61A0-49D7-888F-541419F0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7933B-EF1C-4D9D-BAE6-FBDFA540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24E282-7BEF-45DB-B078-BB44051E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7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E39A0-7BC5-4574-95E6-1D1DFECB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90EB95-09F3-4785-9D82-C8B25D9DB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80C47F-16E0-491B-A846-1BB41ACFA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51479D-EB53-4A9A-90C1-9CAFE820E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A55457-D32F-4E92-BF9A-9ED6112C6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2ADA90-1926-4FDA-975A-AD1F445F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A84438-8BF7-48AF-86D9-4E13E68A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4E2C63-94BD-4487-877D-F235C16C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08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7B7C2-2AC9-4BCC-9E97-558457E7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419DF2-CF49-423D-9B52-D82FDAC04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E38BD5-AF4A-4F46-A47A-F93C4F83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E5AB21-5E46-4BCD-A47E-BFAAF9A4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624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3D9ED3-DE33-47B0-82CE-A2AC23AC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97F9D0-A093-48F9-91BC-466B47E1D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373EA6-F819-48E5-AFA5-1E1C3B91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55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F73C6-437E-4B1E-8CB9-CEEA5550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A4564B-2010-4CE1-A004-85A768D8F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F3B6CA-EE3A-433D-BBB4-B9157E6C0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B27D65-42A5-48CB-B01A-4C961747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A5CA3D-EAF6-46D4-BE0D-E490F116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229FE8-62C6-41A6-A0A1-5B858459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91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A2BAE-3F25-409F-84C1-32CD31C49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F61337-A162-40CA-909B-63E3DB3CA5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9B5CBD-497D-4E44-AA4D-336625110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786A48-D091-453C-896C-72F9CC3F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086C72-584A-4D65-9252-7C3031D0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A038CA-BA5F-4360-845F-3BA9C147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5A80E-B4C7-40DC-A8FB-438156CB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E10F1F-41C6-4CE3-898A-842DFE10C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E9E9F-453F-4DC2-98E3-246BA0EB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3CAA1-06AB-49EC-9331-B200C9B3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2C9DE-7CE8-4EBE-8BCA-23A94AB3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19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14DBB4-4FEC-43B3-BE5D-761077063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260938-9FE4-49C5-9455-3D36D0914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6C79E-4214-4293-9D4C-C15D7BAC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36630-1365-4AA4-947A-D992FCB1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A0E15F-94C8-4BA6-A0FE-FA275714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93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447E23-8727-4D30-B481-2B4B5D1D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7E466F-A2A8-449E-9FA6-044C0FE08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FE950E-AEA8-4F4C-9994-8F97EF62C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3ED10-D6E6-4974-B4F0-ED944AA5B911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8042B-2DC8-4DE4-8399-67A630CB0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1BA973-2DBF-4C53-BD72-6DD0D9CD0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6BB8B-3C64-42BD-B000-57BA942A2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66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FB79652-4C3D-F855-7043-ED025AD78E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板卡连接和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merge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70CE714D-69BF-8B75-B23E-D5E33EAB7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7647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卢天越</a:t>
            </a:r>
          </a:p>
        </p:txBody>
      </p:sp>
    </p:spTree>
    <p:extLst>
      <p:ext uri="{BB962C8B-B14F-4D97-AF65-F5344CB8AC3E}">
        <p14:creationId xmlns:p14="http://schemas.microsoft.com/office/powerpoint/2010/main" val="3461636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625D1-AF3C-484D-BF7B-371D3C814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6CDF4D-BB25-4188-BE77-4E228AA7BC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9E5678-B096-4C95-B022-D7C610DC9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09" y="0"/>
            <a:ext cx="11222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2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9A193-D467-4FF1-B5A9-B2E0ED7AE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11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启动检查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FE6AD-15C7-4AFE-BA06-D886DBD6B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364"/>
            <a:ext cx="10515600" cy="567493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将开发板设置为 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SD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卡启动：图示中的 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设置的是开发板的启动方式。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PYNQ-Z2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支持从 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QSPI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JTAG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启动。我们将跳线插到最左侧，选择用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启动。板子上也有标明，最左侧是 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SD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启动。请保证跳线跳在了最左侧的两根针上面。</a:t>
            </a:r>
            <a:endParaRPr lang="en-US" altLang="zh-CN" sz="26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设置电源选项图示中的 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设置的是开发板的供电方式。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PYNQ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支持电源供电和 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Micro-USB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供电。我们把跳线跳在 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USB 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这个选项上（靠上侧的两个针脚），用</a:t>
            </a:r>
            <a:r>
              <a:rPr lang="en-US" altLang="zh-CN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Micro USB</a:t>
            </a:r>
            <a:r>
              <a:rPr lang="zh-CN" altLang="en-US" sz="2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直接供电。 </a:t>
            </a:r>
            <a:endParaRPr lang="en-US" altLang="zh-CN" sz="26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插入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SD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卡，图示中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的位置。注意插入方向，背面朝上，不要插反。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插入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Micro-USB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Micro-USB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一端连接图示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位置，一端连接笔记本的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USB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口。 该线同时兼顾供电和传输数据的功能。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SW1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开关拨动图示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位置处的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SW1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开关到靠近板卡边缘一侧。该开关用于切换单核和双核。开关拨动到靠近板卡边缘一侧是单核。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打开电源开关：打开图示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位置的电源开关，开发板上红色指示灯亮起，之后绿色的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Done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信号灯亮起。之后代表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NutShell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灯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LD0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亮起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秒后熄灭，随后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Done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信号灯重新亮起，表明开发板已开始工作。 （部分开发板灯的颜色不同，亮起即可）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7. RESET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键：图示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位置为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reset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按键，板子上标记了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SRST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字样。按下该按键会让开发板重置。如果需要重新从开发板加电开始再执行一遍，可以按该按键。</a:t>
            </a:r>
          </a:p>
        </p:txBody>
      </p:sp>
    </p:spTree>
    <p:extLst>
      <p:ext uri="{BB962C8B-B14F-4D97-AF65-F5344CB8AC3E}">
        <p14:creationId xmlns:p14="http://schemas.microsoft.com/office/powerpoint/2010/main" val="244856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9A193-D467-4FF1-B5A9-B2E0ED7AE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11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minicom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FE6AD-15C7-4AFE-BA06-D886DBD6B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643"/>
            <a:ext cx="10515600" cy="571735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、检查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VirtualBox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是否连接到板卡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设备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-&gt;USB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里面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TUL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选项打勾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虚拟机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系统下存在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/dev/ttyUSB1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、配置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minicom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sudo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minicom –s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A-Serial Device: /dev/ttyUSB1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E-Bps/Par/Bits: 115200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F-Hardware Flow Control: No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、连接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minicom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 minicom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sudo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minicom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看到命令提示符，输入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loadboot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、烧写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卡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卡插在读卡器里，读卡器插到电脑上被虚拟机获取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 floppy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注意确保已经先用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 all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命令生成好操作系统镜像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61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E519-F0BF-018C-F6DB-50C9BBA2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64FEB-1661-A606-2B24-7A3C2537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11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 </a:t>
            </a:r>
            <a:r>
              <a:rPr lang="en-US" altLang="zh-CN" sz="36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startcode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的获取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AADBB-88AF-7D57-2446-1616BAD8F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674"/>
            <a:ext cx="10515600" cy="502182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我们推荐同学们通过如下方法获取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start-code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checkout -b Project2</a:t>
            </a:r>
          </a:p>
          <a:p>
            <a:pPr lvl="2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在本地新建自己的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分支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fetch upstream Project2</a:t>
            </a:r>
          </a:p>
          <a:p>
            <a:pPr lvl="2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获取远程仓库中的更新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merge upstream/Project2</a:t>
            </a:r>
          </a:p>
          <a:p>
            <a:pPr lvl="2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将远程仓库的更新合并到当前所在的分支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后续的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start-code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也都可以用这种方式获取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merge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执行之后遇到报错，则可能需要手动合并部分代码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4027A9-DE15-C792-9C4D-7EC5F2E1B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11" y="6110618"/>
            <a:ext cx="10175177" cy="39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87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82547-DC52-1FF9-5B5C-1C4B7C48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CF9F7-A36D-5238-5B2A-975063C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11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手动合并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ACF563-EC2B-C04C-4D06-6A50C8B1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674"/>
            <a:ext cx="10515600" cy="502182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status 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查看当前未合并成功的文件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打开冲突文件，进行手动合并修改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找到特殊标记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========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按照实际需要修改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修改完成后删除特殊标记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add &lt;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产生冲突的文件名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commit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命令完成修改的提交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A48FED-BAB0-228B-1EC0-6FF48E8CE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706" y="1247173"/>
            <a:ext cx="6639852" cy="14861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6864A2F-F2FD-A108-256D-CA4F86355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54" y="3414217"/>
            <a:ext cx="11755491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3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589</Words>
  <Application>Microsoft Office PowerPoint</Application>
  <PresentationFormat>宽屏</PresentationFormat>
  <Paragraphs>47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Times New Roman</vt:lpstr>
      <vt:lpstr>Office 主题​​</vt:lpstr>
      <vt:lpstr>板卡连接和git merge代码</vt:lpstr>
      <vt:lpstr>PowerPoint 演示文稿</vt:lpstr>
      <vt:lpstr>启动检查</vt:lpstr>
      <vt:lpstr>minicom连接</vt:lpstr>
      <vt:lpstr>P2 startcode的获取</vt:lpstr>
      <vt:lpstr>手动合并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lutia</dc:creator>
  <cp:lastModifiedBy>windows10</cp:lastModifiedBy>
  <cp:revision>17</cp:revision>
  <dcterms:created xsi:type="dcterms:W3CDTF">2022-03-11T11:34:30Z</dcterms:created>
  <dcterms:modified xsi:type="dcterms:W3CDTF">2025-10-15T04:42:19Z</dcterms:modified>
</cp:coreProperties>
</file>